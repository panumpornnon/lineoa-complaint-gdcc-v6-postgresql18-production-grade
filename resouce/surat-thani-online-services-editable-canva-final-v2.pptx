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a9e9a38834dab" /><Relationship Type="http://schemas.openxmlformats.org/officeDocument/2006/relationships/extended-properties" Target="/docProps/app.xml" Id="Rdf99a7c94ae64c1e" /><Relationship Type="http://schemas.openxmlformats.org/officeDocument/2006/relationships/officeDocument" Target="/ppt/presentation.xml" Id="Rfe2d52a066154e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03d8c920d4e5c"/>
  </p:sldMasterIdLst>
  <p:notesMasterIdLst>
    <p:notesMasterId xmlns:r="http://schemas.openxmlformats.org/officeDocument/2006/relationships" r:id="R0ad5a59d0ec14337"/>
  </p:notesMasterIdLst>
  <p:sldIdLst>
    <p:sldId xmlns:r="http://schemas.openxmlformats.org/officeDocument/2006/relationships" id="256" r:id="Ra5fd43c52d5f49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80fc3f64041af" /><Relationship Type="http://schemas.openxmlformats.org/officeDocument/2006/relationships/slideMaster" Target="/ppt/slideMasters/slideMaster1.xml" Id="Rbdb03d8c920d4e5c" /><Relationship Type="http://schemas.openxmlformats.org/officeDocument/2006/relationships/notesMaster" Target="/ppt/notesMasters/notesMaster1.xml" Id="R0ad5a59d0ec14337" /><Relationship Type="http://schemas.openxmlformats.org/officeDocument/2006/relationships/presProps" Target="/ppt/presProps.xml" Id="R334df0c1ad5f4178" /><Relationship Type="http://schemas.openxmlformats.org/officeDocument/2006/relationships/tableStyles" Target="/ppt/tableStyles.xml" Id="Rb385b01e48a045e9" /><Relationship Type="http://schemas.openxmlformats.org/officeDocument/2006/relationships/slide" Target="/ppt/slides/slide1.xml" Id="Ra5fd43c52d5f49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4fddf639b47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756c346184ef5" /><Relationship Type="http://schemas.openxmlformats.org/officeDocument/2006/relationships/notesMaster" Target="/ppt/notesMasters/notesMaster1.xml" Id="R30b22b88e02b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สร้างใหม่จากภาพต้นฉบับที่ผู้ใช้ให้มา โดยใช้กล่องข้อความและรูปทรงแบบแก้ไขได้ พร้อมรูปประกอบแต่ละบริการเป็นภาพแยกชิ้น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2f289c05042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d0c1d6b394740" /><Relationship Type="http://schemas.openxmlformats.org/officeDocument/2006/relationships/slideLayout" Target="/ppt/slideLayouts/slideLayout1.xml" Id="R477b4c3b926744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b4c3b926744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4e2a509ff4b88" /><Relationship Type="http://schemas.openxmlformats.org/officeDocument/2006/relationships/image" Target="/ppt/media/image.png" Id="R624c7afa29e04cf8" /><Relationship Type="http://schemas.openxmlformats.org/officeDocument/2006/relationships/image" Target="/ppt/media/image2.png" Id="R7f538145c5dd4596" /><Relationship Type="http://schemas.openxmlformats.org/officeDocument/2006/relationships/image" Target="/ppt/media/image3.png" Id="Ra10fc4eddb5945d2" /><Relationship Type="http://schemas.openxmlformats.org/officeDocument/2006/relationships/image" Target="/ppt/media/image4.png" Id="Rdccb2cf748c3436f" /><Relationship Type="http://schemas.openxmlformats.org/officeDocument/2006/relationships/image" Target="/ppt/media/image5.png" Id="Rb91aa956a33b4948" /><Relationship Type="http://schemas.openxmlformats.org/officeDocument/2006/relationships/image" Target="/ppt/media/image6.png" Id="R419f54ff3f034505" /><Relationship Type="http://schemas.openxmlformats.org/officeDocument/2006/relationships/image" Target="/ppt/media/image7.png" Id="Rc21da163018541ef" /><Relationship Type="http://schemas.openxmlformats.org/officeDocument/2006/relationships/image" Target="/ppt/media/image8.png" Id="R9b39dff40c6d416c" /><Relationship Type="http://schemas.openxmlformats.org/officeDocument/2006/relationships/image" Target="/ppt/media/image9.png" Id="Rb13fcda39b5b4a75" /><Relationship Type="http://schemas.openxmlformats.org/officeDocument/2006/relationships/image" Target="/ppt/media/image10.png" Id="Rfebf0475d3f14056" /><Relationship Type="http://schemas.openxmlformats.org/officeDocument/2006/relationships/image" Target="/ppt/media/image11.png" Id="R6ccaac13d14e45ee" /><Relationship Type="http://schemas.openxmlformats.org/officeDocument/2006/relationships/image" Target="/ppt/media/image12.png" Id="Re400d2b01049486a" /><Relationship Type="http://schemas.openxmlformats.org/officeDocument/2006/relationships/image" Target="/ppt/media/image13.png" Id="Rdea5078c4bd7472d" /><Relationship Type="http://schemas.openxmlformats.org/officeDocument/2006/relationships/image" Target="/ppt/media/image14.png" Id="Rb931c56370dd47f4" /><Relationship Type="http://schemas.openxmlformats.org/officeDocument/2006/relationships/notesSlide" Target="/ppt/notesSlides/notesSlide1.xml" Id="R79ae7574d7784c9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321165"/>
            </a:gs>
            <a:gs pos="48000">
              <a:srgbClr val="591BC0"/>
            </a:gs>
            <a:gs pos="100000">
              <a:srgbClr val="321165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D54D5D-A304-49FC-AD67-D1AE2FA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9906000" cy="485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AFF">
              <a:alpha val="15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1F0AC-6CD9-4F64-B517-1618AA3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781050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7afa29e04cf8"/>
          <a:srcRect xmlns:a="http://schemas.openxmlformats.org/drawingml/2006/main" l="0" t="1563" r="0" b="1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2333625"/>
            <a:ext cx="4572000" cy="2952750"/>
          </a:xfrm>
          <a:prstGeom xmlns:a="http://schemas.openxmlformats.org/drawingml/2006/main" prst="roundRect">
            <a:avLst>
              <a:gd name="adj" fmla="val 774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A2D15-41DC-4EB8-A7DD-2EFB182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45720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1ABE">
              <a:alpha val="72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0B1E0-DCDD-4064-9C16-9372B5CD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"/>
            <a:ext cx="11087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1049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38145c5dd4596"/>
          <a:srcRect xmlns:a="http://schemas.openxmlformats.org/drawingml/2006/main" l="0" t="6656" r="0" b="6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19250" cy="1066800"/>
          </a:xfrm>
          <a:prstGeom xmlns:a="http://schemas.openxmlformats.org/drawingml/2006/main" prst="roundRect">
            <a:avLst>
              <a:gd name="adj" fmla="val 21429"/>
            </a:avLst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fc4eddb5945d2"/>
          <a:srcRect xmlns:a="http://schemas.openxmlformats.org/drawingml/2006/main" l="0" t="6830" r="0" b="6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0"/>
            <a:ext cx="1619250" cy="1066800"/>
          </a:xfrm>
          <a:prstGeom xmlns:a="http://schemas.openxmlformats.org/drawingml/2006/main" prst="roundRect">
            <a:avLst>
              <a:gd name="adj" fmla="val 21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7C29F-80AB-4D40-933D-07A3528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C652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F7C652"/>
                </a:solidFill>
                <a:latin typeface="Leelawadee UI"/>
                <a:ea typeface="Leelawadee UI"/>
                <a:cs typeface="Leelawadee UI"/>
              </a:rPr>
              <a:t>เทศบาลนครสุราษฎร์ธานี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19FD3-56FA-4ED0-B748-71F6403E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2390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4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บริการออนไลน์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1A2CA-90C8-45ED-AFB5-7A359FF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81125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b2cf748c3436f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438275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C0D12-B951-4F8A-90A7-FEADC1A2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2609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9DB6F-587B-4B17-B923-E606E2F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9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ร้องเรียน</a:t>
            </a:r>
          </a:p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ร้องทุกข์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8B107-2EC5-49D2-9542-E6D98E7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81125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aa956a33b4948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1438275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F86C4-3F5C-441C-A66D-FF62A96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466850"/>
            <a:ext cx="2609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4601F-4A26-4EC6-A3E5-FB44E21F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ชำระภาษี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28359-3544-42E2-AFE5-9C9E182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81175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จดทะเบียนพาณิชย์</a:t>
            </a:r>
          </a:p>
          <a:p xmlns:a="http://schemas.openxmlformats.org/drawingml/2006/main">
            <a:pPr>
              <a:def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ชำระค่าขยะ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C601D-02F7-48EC-B23A-003D93CE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f54ff3f034505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438275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83593-BEE4-4055-B444-1C03790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2609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23660-5569-44A3-A66F-4AC9AE5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จองคิว</a:t>
            </a:r>
          </a:p>
          <a:p xmlns:a="http://schemas.openxmlformats.org/drawingml/2006/main">
            <a:pPr>
              <a:def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ธาราบำบัด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68774-8A9B-48FD-AC5E-A5C93825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381125"/>
            <a:ext cx="29432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da163018541ef"/>
          <a:srcRect xmlns:a="http://schemas.openxmlformats.org/drawingml/2006/main" l="0" t="2663" r="0" b="26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9225" y="1438275"/>
            <a:ext cx="2828925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55268-AD10-4DD4-992C-DCE6A98B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466850"/>
            <a:ext cx="27527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E2F3E-532A-4886-8040-035CB7FD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476375"/>
            <a:ext cx="2676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ศูนย์เรียนรู้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281A2-ACF5-44A3-B9F2-104003F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81175"/>
            <a:ext cx="2600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เทศบาลนครสุราษฎร์ธานี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41E2F-99B8-41C7-A006-FEC5B89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38500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9dff40c6d416c"/>
          <a:srcRect xmlns:a="http://schemas.openxmlformats.org/drawingml/2006/main" l="0" t="398" r="0" b="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3295650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87A93-0C63-42BF-8EAD-93946D18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24225"/>
            <a:ext cx="2609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C339F-5D8C-4720-88D6-0A34C73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82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ขออนุญาตก่อสร้าง</a:t>
            </a:r>
          </a:p>
          <a:p xmlns:a="http://schemas.openxmlformats.org/drawingml/2006/main">
            <a:pPr>
              <a:defRPr sz="14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และควบคุมอาคาร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7C69F-591A-4F53-98EE-E14A1C2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38500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fcda39b5b4a75"/>
          <a:srcRect xmlns:a="http://schemas.openxmlformats.org/drawingml/2006/main" l="0" t="248" r="0" b="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3295650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BE2E8-EBD1-4A0D-8B41-3497A90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24225"/>
            <a:ext cx="2609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20DB59-1B0C-46BA-BEA0-CB416B1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337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เว็บไซต์เทศบาลนครสุราษฎร์ธานี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0D588-6930-4E4C-A768-7E852F4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3855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www.suratthani.go.th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E904D0-280E-49F4-A5CA-CC37B07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8003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f0475d3f14056"/>
          <a:srcRect xmlns:a="http://schemas.openxmlformats.org/drawingml/2006/main" l="0" t="248" r="0" b="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3295650"/>
            <a:ext cx="2686050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BE217-18B3-498C-AB8B-C2FE5616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24225"/>
            <a:ext cx="2609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919AE-928C-417F-9C67-29CA63F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แนะนำร้านอาหาร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FAE83E-B1F8-4B81-B40C-43D7F45B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38500"/>
            <a:ext cx="29432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aac13d14e45ee"/>
          <a:srcRect xmlns:a="http://schemas.openxmlformats.org/drawingml/2006/main" l="0" t="2903" r="0" b="2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9225" y="3295650"/>
            <a:ext cx="2828925" cy="1581150"/>
          </a:xfrm>
          <a:prstGeom xmlns:a="http://schemas.openxmlformats.org/drawingml/2006/main" prst="roundRect">
            <a:avLst>
              <a:gd name="adj" fmla="val 14458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3F79F-428F-446B-A34E-1A4C210D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24225"/>
            <a:ext cx="27527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0C423D-FAB1-412B-A98E-C9A781D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33750"/>
            <a:ext cx="2676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เช็คคุณภาพอากาศ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815E1-1E27-43C6-9B87-68091F2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38550"/>
            <a:ext cx="2600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real 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98AE60-AE54-451E-B583-CACEADDC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5875"/>
            <a:ext cx="378142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0d2b01049486a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5153025"/>
            <a:ext cx="3667125" cy="1466850"/>
          </a:xfrm>
          <a:prstGeom xmlns:a="http://schemas.openxmlformats.org/drawingml/2006/main" prst="roundRect">
            <a:avLst>
              <a:gd name="adj" fmla="val 15584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B4B56C-EB2E-4A33-BDF3-F121ECE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81600"/>
            <a:ext cx="35909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16E276-4D9C-4260-934C-9D78141A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3514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ศูนย์ดำรงธรรม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100044-79B9-49EF-9326-EBC7517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95925"/>
            <a:ext cx="3438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เทศบาลนครสุราษฎร์ธานี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66E267-A25A-428E-AA79-5D24C0F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95875"/>
            <a:ext cx="378142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5078c4bd7472d"/>
          <a:srcRect xmlns:a="http://schemas.openxmlformats.org/drawingml/2006/main" l="1087" t="0" r="10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5153025"/>
            <a:ext cx="3667125" cy="1466850"/>
          </a:xfrm>
          <a:prstGeom xmlns:a="http://schemas.openxmlformats.org/drawingml/2006/main" prst="roundRect">
            <a:avLst>
              <a:gd name="adj" fmla="val 15584"/>
            </a:avLst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11F3A7-CED9-435D-B06A-7C8F1A7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1600"/>
            <a:ext cx="35909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2759C3-3E97-4CD5-BBB5-C6B1649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91125"/>
            <a:ext cx="3514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แจ้งเหตุด่วน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7E4E5F-08A6-4077-B349-8E88436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95875"/>
            <a:ext cx="3771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38100">
            <a:solidFill>
              <a:srgbClr val="F7C652"/>
            </a:solidFill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1c56370dd47f4"/>
          <a:srcRect xmlns:a="http://schemas.openxmlformats.org/drawingml/2006/main" l="0" t="984" r="0" b="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5153025"/>
            <a:ext cx="3657600" cy="1466850"/>
          </a:xfrm>
          <a:prstGeom xmlns:a="http://schemas.openxmlformats.org/drawingml/2006/main" prst="roundRect">
            <a:avLst>
              <a:gd name="adj" fmla="val 15584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7988F-E59B-43A9-96A2-4D9136B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3581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ACC428-2D75-4A1A-B482-EEE217F0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สายด่วนเทศบาล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BA8254-6A20-4BF4-998F-A11669D4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959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4104D"/>
                </a:solidFill>
                <a:latin typeface="Leelawadee UI"/>
                <a:ea typeface="Leelawadee UI"/>
                <a:cs typeface="Leelawadee UI"/>
              </a:rPr>
              <a:t>1132 สายด่วน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BAF1EA-4E15-47DA-99AB-74F82F8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5250"/>
            <a:ext cx="904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51049"/>
          </a:solidFill>
          <a:ln xmlns:a="http://schemas.openxmlformats.org/drawingml/2006/main" w="19050">
            <a:solidFill>
              <a:srgbClr val="F7C65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1DE7CF-0240-4B63-86CB-7E5AB824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C652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F7C652"/>
                </a:solidFill>
                <a:latin typeface="Leelawadee UI"/>
                <a:ea typeface="Leelawadee UI"/>
                <a:cs typeface="Leelawadee UI"/>
              </a:rPr>
              <a:t>เทศบาลนครสุราษฎร์ธานี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EFAA7A-9509-40C0-844D-983A32A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953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บริการออนไลน์</a:t>
            </a:r>
          </a:p>
        </p:txBody>
      </p:sp>
    </p:spTree>
    <p:extLst>
      <p:ext uri="{BB962C8B-B14F-4D97-AF65-F5344CB8AC3E}">
        <p14:creationId xmlns:p14="http://schemas.microsoft.com/office/powerpoint/2010/main" val="743408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2026-09-30T08:45:28.3450000Z</dcterms:created>
  <dcterms:modified xsi:type="dcterms:W3CDTF">2026-09-30T08:45:28.3450000Z</dcterms:modified>
</coreProperties>
</file>